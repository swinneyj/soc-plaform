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SOC Platform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1800">
                <a:solidFill>
                  <a:srgbClr val="CCD6E4"/>
                </a:solidFill>
              </a:defRPr>
            </a:pPr>
            <a:r>
              <a:t>Local SOC orchestration platform – web UI, FastAPI, PostgreSQL, Redis, and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What this deck covers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High-level architecture and runtime services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Dashboard tabs mapped to files and endpoints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API, database, and tools responsibilities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AI/Ollama integration for analysis and code review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Safe extension patterns (UI, API, tools, DB)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Operations model: containers, handoff, and runbooks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Layered local SOC platform built to be portable and operator-friendly.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Web UI: web/index.html (Vue-style single page, TailwindCSS).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API: api/main.py (FastAPI on uvicorn, port 8000).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Database: db/models.py (SQLAlchemy models – Postgres runtime, SQLite fallback).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Async jobs: Redis-backed queue for long-running tool executions.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AI layer: Ollama service on host for local LLM inference.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Containers: docker-compose.yml orchestrates api-service, postgres, and redis.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Dashboard Tabs (web/index.html)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Entry point: web/index.html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Tools – catalog from Commander_Registry.json, run scripts in Tools/.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Database – triage cases, pasted notables, verdict breakdowns.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AI Analysis – case picker, model selector, supportive queries.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Closure Notes – rule-driven closure templates and generated notes.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Jobs – history of tool executions and logs.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Reports – download generated reports/briefings.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Code Review – section detection and function-level LLM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Code Review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How the Code Review tab uses API + Ollama to review functions.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UI: Code Review tab in web/index.html loads code via file/folder upload.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Detect Sections – calls /api/code-review/sections to extract functions/methods.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Section focus – clicking a section narrows the textarea to that function body.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Submit for Review – posts to /api/code-review with snippet + language/model.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API logic: implemented in api/main.py, stores results in CodeReview table.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AI: API uses Ollama service to generate recommendations for that specific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API Layer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Entry point: api/main.py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Tools: /api/tools, /api/tools/{name}, /api/execute, /api/jobs/{id}.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Database: /api/db/stats, /api/db/triage, /api/db/triage/{case_id}.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Pasted notables: ingest, list, promote to triage, delete workflows.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Supportive queries: CRUD for per-rule SPL and storage of results.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Code review: submit snippets, store results, and detect sections.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Health: /health and /api/health endpoints for basic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Database Layer (SQLAlchemy)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Models file: db/models.py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TriageResult – per-case verdict, confidence, summary, remediation steps.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SplunkEvent – raw event rows backing case context.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AnalysisResult – Ollama analysis output tied to a case + model.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ESCorrelationRule – rule metadata, closure requirements, severity.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ClosureNote – generated incident closure notes lifecycle.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SupportiveQuery &amp; SupportiveQueryResult – enrichment SPL and stored evidence.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PlaceholderAlias – maps logical placeholders (host/dest/user) to fields.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CodeReview – stores LLM review results for code snippets.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Tools &amp;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Tools root: Tools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Commander registry: Commander_Registry.json – indexed tool metadata.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Tool indexer: Tools/tool_indexer/tool_indexer.py – parses TOOL_NAME/DESC/CATEGORY/ARG headers.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Platform blueprint: Tools/platform_blueprint/platform_blueprint.py – exports SOC_Architecture_Blueprint.md.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Each tool lives under Tools/&lt;category&gt;/ and is just a script with headers.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UI reads Commander_Registry.json to show a searchable, filterable tool catalog.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Common categories: ingestion pipelines, intel, health checks, maintenance, utilities.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AI / Ollama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Client wrapper: services/ollama_service.py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OllamaClient checks /api/tags and exposes list_models() and generate().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Default model is configurable (e.g., llama3.1:8b, qwen variants).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analyze_security_event() provides a SOC-tuned prompt template.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AI Analysis tab calls API → Ollama → stores AnalysisResult.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Code Review endpoints also rely on the same Ollama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Safe Extension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How to extend UI, API, tools, and DB without surprises.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UI: add a new tab and state in web/index.html; call new /api/... endpoints, mirror existing patterns.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API: add FastAPI routes in api/main.py, use Pydantic models, and keep DB access in try/finally blocks.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Tools: create Tools/&lt;category&gt;/&lt;tool_name&gt;.py with TOOL_NAME/DESC/CATEGORY headers, then run tool_indexer.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DB: extend db/models.py with new tables, let SQLAlchemy create schema, and wire into new endpoints.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Config: prefer environment variables (DATABASE_URL, OLLAMA_URL, ports) over hard-coded paths.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509CFF"/>
                </a:solidFill>
              </a:defRPr>
            </a:pPr>
            <a:r>
              <a:t>Operations &amp;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CCD6E4"/>
                </a:solidFill>
              </a:defRPr>
            </a:pPr>
            <a:r>
              <a:t>How operators run, share, and troubleshoot the platform.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Project spec: PROJECT_SPEC.md – high-level architecture and flows.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Runbook: RUNBOOK.md – bootstrap, DB handoff, and recommended team model.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Operator cheat sheet: OPERATOR_CHEAT_SHEET.md – start/stop/status and safe Git pull.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Compose stack: docker-compose.yml – api-service, postgres, redis containers.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Shared DB handoff uses a PostgreSQL dump on a shared path, outside Git.</a:t>
            </a:r>
          </a:p>
          <a:p>
            <a:pPr lvl="1" algn="l">
              <a:defRPr sz="1800">
                <a:solidFill>
                  <a:srgbClr val="CCD6E4"/>
                </a:solidFill>
              </a:defRPr>
            </a:pPr>
            <a:r>
              <a:t>Scripts under scripts/ wrap common flows: start_platform, stop_platform, troubleshoot_platform.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